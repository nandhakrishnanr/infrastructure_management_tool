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645920"/>
            <a:ext cx="182880" cy="29260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164592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InfraPilot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97280" y="25603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Self-Service Infrastructure Management Platform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97280" y="3200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Take-Home Technical Project | Senior IT Application Developer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4389120"/>
            <a:ext cx="9601200" cy="137160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4663440"/>
            <a:ext cx="9052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Architecture: React 18 (Vite, TypeScript, Tailwind) • Node.js Express REST API (/api/v1) • PostgreSQL &amp; Prisma ORM • Redis &amp; BullMQ Worker • Terraform Automation (Safe Local Demo Provider)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Problem &amp; Enterprise Context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addressed in modern IT operations and infrastructure delivery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4937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737360"/>
            <a:ext cx="109728" cy="1828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116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01. Provisioning Bottlenecks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</a:rPr>
              <a:t>Manual ticket-based VM requests result in multi-day lead times and development velocity drag.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737360"/>
            <a:ext cx="4937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1737360"/>
            <a:ext cx="109728" cy="1828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20116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02. Resource &amp; Cost Sprawl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09360" y="246888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</a:rPr>
              <a:t>Lack of automated governance and quota controls causes uncontrolled cloud compute sprawl and budget overruns.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840480"/>
            <a:ext cx="4937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840480"/>
            <a:ext cx="109728" cy="1828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1148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03. Security &amp; Shadow IT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05840" y="457200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</a:rPr>
              <a:t>Developers bypassing IT policies to self-provision insecure servers without centralized oversight or compliance audit logs.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35040" y="3840480"/>
            <a:ext cx="4937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35040" y="3840480"/>
            <a:ext cx="109728" cy="1828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6309360" y="41148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04. Operational Rigidity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09360" y="457200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</a:rPr>
              <a:t>Disconnected deployment scripts with no standardized approval gates, lifecycle tracking, or rollback controls.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 &amp; Platform Capabilities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Self-service provisioning workflow with end-to-end administrative oversight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2468880" cy="42062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874520"/>
            <a:ext cx="2194560" cy="548640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9202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Self-Service Catalog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560320"/>
            <a:ext cx="21031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Standardized VM templates (OS, vCPU, RAM, Disk, Region)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Rigorous client &amp; server-side Zod validation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Real-time user quota threshold checking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1737360"/>
            <a:ext cx="2468880" cy="42062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20440" y="1874520"/>
            <a:ext cx="2194560" cy="548640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19202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Governance &amp; Approvals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66160" y="2560320"/>
            <a:ext cx="21031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Role-Based Access Control (Developer vs. Admin)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Enforced separation of duties (no self-approvals)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Mandatory rejection justification &amp; audit trails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737360"/>
            <a:ext cx="2468880" cy="42062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874520"/>
            <a:ext cx="2194560" cy="548640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72200" y="19202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Automated Provisioning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7920" y="2560320"/>
            <a:ext cx="21031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Asynchronous job processing via BullMQ &amp; Redis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Isolated child-process execution of Terraform demo HCL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Real-time stage updates &amp; stdout/stderr log streaming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6800" y="1737360"/>
            <a:ext cx="2468880" cy="42062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23960" y="1874520"/>
            <a:ext cx="2194560" cy="548640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23960" y="19202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Inventory &amp; Lifecycle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869680" y="2560320"/>
            <a:ext cx="21031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Centralized inventory of provisioned instances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Simulated power actions (Start/Stop) with audit logs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Safe retry mechanisms for eligible failed workloads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 &amp; Technical Design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modular monolith REST API paired with a dedicated background automation worker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512064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Core Architecture Layers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37744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Client Tier: React 18 Single-Page Application (Vite, TypeScript, Tailwind CSS, Recharts for dynamic visual metrics).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Application Tier: Express.js REST API (/api/v1) adopting modular service layers, centralized error handling, and Zod validation.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Persistence Tier: PostgreSQL 14/15 managed with Prisma ORM migrations, transactions, and unique constraints.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Messaging &amp; Queue: Redis 7 and BullMQ for reliable job queueing and bounded exponential backoff retries.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Worker Tier: Dedicated background provisioning process orchestrating isolated Terraform demo execution.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120640" cy="4206240"/>
          </a:xfrm>
          <a:prstGeom prst="roundRect">
            <a:avLst>
              <a:gd name="adj" fmla="val 2174"/>
            </a:avLst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Synchronous API to Asynchronous Worker Flow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2468880"/>
            <a:ext cx="45720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1. Developer submits VM request via React UI.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2. REST API checks quotas and commits PENDING_APPROVAL state.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3. Administrator approves request; DB transaction commits.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4. API enqueues job into BullMQ queue with request ID.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5. Worker consumes job; executes Terraform demo in sandbox.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</a:rPr>
              <a:t>6. Outputs parsed; DB records updated; VM appears in Inventory.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Design &amp; Request Workflow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Normalized relational schema with explicit status transition enforcement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515600" cy="411480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5143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</a:rPr>
                        <a:t>Model Name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</a:rPr>
                        <a:t>Primary Keys &amp; Relations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</a:rPr>
                        <a:t>Key Responsibilities &amp; Constraints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User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id (UUID), email (Unique)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Stores credentials (bcrypt), role (DEVELOPER/ADMIN), relation to quotas.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ResourceQuota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id, userId (Unique, 1-to-1)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Server-enforced limits for max VMs, CPU cores, RAM, and disk storage.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InfrastructureRequest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id, requesterId (FK)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Stores requested VM specs, environment, justification, and workflow state.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Approval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id, requestId (FK), approverId (FK)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Stores approval/rejection decision, mandatory comments, and decision timestamp.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VirtualMachine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id, requestId (Unique FK)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Inventory record. Guaranteed 1-to-1 mapping with approved request.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ProvisioningJob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id, requestId (FK)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Tracks BullMQ queue status, stage progression, attempts, and stdout/stderr logs.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AuditLog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id, actorId (FK, nullable)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Immutable append-only record of logins, approvals, and power state actions.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Automation &amp; Asynchronous Jobs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Safe, deterministic local demo execution with comprehensive process sandboxing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3383280" cy="42062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202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Terraform Demo Provider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Uses HashiCorp Local Provider (hashicorp/local ~&gt; 2.5.0) pinned with committed .terraform.lock.hcl.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Simulates enterprise virtual machine deployment without generating cloud costs or external API dependencies.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Deterministically computes realistic internal hostnames, IP allocations, and MAC addresses into JSON manifests.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383280" cy="42062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9202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Process Isolation &amp; Sandboxing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80560" y="2468880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Child process execution via child_process.spawn with shell: false to eliminate command injection vectors.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Isolated runtime directory per job with scoped environment variables and execution timeout (60s).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Multi-stage lifecycle: Validation -&gt; Planning -&gt; Applying -&gt; Output Verification -&gt; Inventory Synchronization.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863840" y="1737360"/>
            <a:ext cx="3383280" cy="42062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0" y="19202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</a:rPr>
              <a:t>Reliable Job Queue (BullMQ)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046720" y="2468880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Queue name: "provisioning", powered by persistent Redis backend.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Transactional enqueue guarantees jobs are not silently lost upon approval.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Real-time stage streaming to UI with automatic exponential backoff for transient retries.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Architecture &amp; Automated Testing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Rigorous automated validation verifying all business rules, RBAC, and failure paths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512064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Enterprise Security Controls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37744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Authentication: Secure JWT stored in HttpOnly, SameSite=Lax cookies with header fallback for API automation.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Password Hashing: Salted bcrypt hashing with generic failure responses to prevent user enumeration.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Rate Limiting: express-rate-limit configured on login endpoints (20 req / 15 min window) to thwart brute-force.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Separation of Duties: Backend middleware strictly prohibits self-approval and cross-user data leakage.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Append-Only Auditing: Immutable audit log capturing logins, approvals, rejections, power actions, and retries.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12064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</a:rPr>
              <a:t>13 Core Automated Tests (100% Passed)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237744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0F172A"/>
                </a:solidFill>
              </a:rPr>
              <a:t>✓ Rule 1: Successful login with metadata JWT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0F172A"/>
                </a:solidFill>
              </a:rPr>
              <a:t>✓ Rule 2: Rejection of invalid credentials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0F172A"/>
                </a:solidFill>
              </a:rPr>
              <a:t>✓ Rule 3: Blocking unauthenticated API access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0F172A"/>
                </a:solidFill>
              </a:rPr>
              <a:t>✓ Rule 4: Developer approval prohibition (RBAC)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0F172A"/>
                </a:solidFill>
              </a:rPr>
              <a:t>✓ Rule 5: Developer cross-request access isolation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0F172A"/>
                </a:solidFill>
              </a:rPr>
              <a:t>✓ Rule 6: Administrator global visibility authorization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0F172A"/>
                </a:solidFill>
              </a:rPr>
              <a:t>✓ Rule 7: Rejection of invalid resource specs (Zod)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0F172A"/>
                </a:solidFill>
              </a:rPr>
              <a:t>✓ Rule 8: Server-side quota over-allocation block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0F172A"/>
                </a:solidFill>
              </a:rPr>
              <a:t>✓ Rule 9: Double approval protection guarantee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0F172A"/>
                </a:solidFill>
              </a:rPr>
              <a:t>✓ Rule 10: Prohibition of rejected request provisioning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0F172A"/>
                </a:solidFill>
              </a:rPr>
              <a:t>✓ Rule 11: State machine invalid transition rejection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0F172A"/>
                </a:solidFill>
              </a:rPr>
              <a:t>✓ Rule 12: Failed jobs do not create active VM records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0F172A"/>
                </a:solidFill>
              </a:rPr>
              <a:t>✓ Rule 13: Audit events persisted for critical actions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48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Results &amp; Future Roadmap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 milestones and enterprise expansion opportunities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5120640" cy="4206240"/>
          </a:xfrm>
          <a:prstGeom prst="roundRect">
            <a:avLst>
              <a:gd name="adj" fmla="val 2174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</a:rPr>
              <a:t>Verified Deliverables Achieved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37744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0F172A"/>
                </a:solidFill>
              </a:rPr>
              <a:t>• Full-Stack Application: Responsive React frontend with real computed PostgreSQL metrics &amp; Recharts graphs.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0F172A"/>
                </a:solidFill>
              </a:rPr>
              <a:t>• Complete REST API: Modular architecture with Prisma transactions, BullMQ worker, and Zod validation.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0F172A"/>
                </a:solidFill>
              </a:rPr>
              <a:t>• Real Terraform Workflow: Validates HCL, plans, applies local provider manifests, and syncs inventory.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0F172A"/>
                </a:solidFill>
              </a:rPr>
              <a:t>• Dockerized Stack: docker-compose.yml orchestrating API, Worker, Frontend, PostgreSQL, and Redis.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0F172A"/>
                </a:solidFill>
              </a:rPr>
              <a:t>• Comprehensive Docs: Architecture specs, database ER diagrams, API docs, demo guide, and CI pipeline.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12064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Future Production Enhancements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237744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Multi-Cloud Providers: Terraform modules for AWS EC2, Azure VM, and GCP Compute Engine with remote state (S3/GCS).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ChatOps Integration: Slack and Microsoft Teams webhooks with one-click interactive approval buttons.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Automated Schedule Shutdowns: FinOps auto-stopping of non-production instances outside business hours.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Cost Showback / Chargeback: Cost estimation before request submission and departmental budget allocation.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75569"/>
                </a:solidFill>
              </a:rPr>
              <a:t>• SSO &amp; IdP Integration: SAML 2.0 / OIDC integration with Okta, Azure AD, and corporate Active Directory.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2026-10-15T10:34:20Z</dcterms:created>
  <dcterms:modified xsi:type="dcterms:W3CDTF">2026-10-15T10:34:20Z</dcterms:modified>
</cp:coreProperties>
</file>